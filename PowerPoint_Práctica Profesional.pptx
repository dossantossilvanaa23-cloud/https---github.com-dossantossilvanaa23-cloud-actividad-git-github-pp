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783CB4"/>
          </a:solidFill>
          <a:ln>
            <a:solidFill>
              <a:srgbClr val="78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83CB4"/>
                </a:solidFill>
              </a:defRPr>
            </a:pPr>
            <a:r>
              <a:t>Sistema de Gestión de Turnos para Peluquería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942413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3C"/>
                </a:solidFill>
              </a:defRPr>
            </a:pPr>
            <a:r>
              <a:rPr dirty="0" err="1">
                <a:solidFill>
                  <a:srgbClr val="FF0000"/>
                </a:solidFill>
              </a:rPr>
              <a:t>Práctica</a:t>
            </a:r>
            <a:r>
              <a:rPr dirty="0"/>
              <a:t> </a:t>
            </a:r>
            <a:r>
              <a:rPr dirty="0" err="1">
                <a:solidFill>
                  <a:srgbClr val="FF0000"/>
                </a:solidFill>
              </a:rPr>
              <a:t>Profesional</a:t>
            </a:r>
            <a:r>
              <a:rPr dirty="0"/>
              <a:t> </a:t>
            </a:r>
            <a:r>
              <a:rPr lang="es-AR" dirty="0"/>
              <a:t> </a:t>
            </a:r>
            <a:r>
              <a:rPr dirty="0"/>
              <a:t>2026</a:t>
            </a:r>
            <a:br>
              <a:rPr dirty="0"/>
            </a:br>
            <a:r>
              <a:rPr lang="es-AR" dirty="0">
                <a:solidFill>
                  <a:srgbClr val="92D050"/>
                </a:solidFill>
              </a:rPr>
              <a:t>Alumno</a:t>
            </a:r>
            <a:r>
              <a:rPr lang="es-AR" dirty="0"/>
              <a:t>: </a:t>
            </a:r>
            <a:r>
              <a:rPr dirty="0"/>
              <a:t>Silvana Isabel Dos Santos</a:t>
            </a:r>
            <a:endParaRPr lang="es-AR" dirty="0"/>
          </a:p>
          <a:p>
            <a:pPr>
              <a:defRPr sz="2200">
                <a:solidFill>
                  <a:srgbClr val="28283C"/>
                </a:solidFill>
              </a:defRPr>
            </a:pPr>
            <a:endParaRPr lang="es-AR" dirty="0"/>
          </a:p>
          <a:p>
            <a:pPr>
              <a:defRPr sz="2200">
                <a:solidFill>
                  <a:srgbClr val="28283C"/>
                </a:solidFill>
              </a:defRPr>
            </a:pPr>
            <a:endParaRPr lang="es-AR" dirty="0"/>
          </a:p>
          <a:p>
            <a:pPr>
              <a:defRPr sz="2200">
                <a:solidFill>
                  <a:srgbClr val="28283C"/>
                </a:solidFill>
              </a:defRPr>
            </a:pPr>
            <a:endParaRPr lang="es-AR" dirty="0"/>
          </a:p>
          <a:p>
            <a:pPr>
              <a:defRPr sz="2200">
                <a:solidFill>
                  <a:srgbClr val="28283C"/>
                </a:solidFill>
              </a:defRPr>
            </a:pPr>
            <a:endParaRPr lang="es-AR" dirty="0"/>
          </a:p>
          <a:p>
            <a:pPr>
              <a:defRPr sz="2200">
                <a:solidFill>
                  <a:srgbClr val="28283C"/>
                </a:solidFill>
              </a:defRPr>
            </a:pPr>
            <a:endParaRPr lang="es-AR" dirty="0"/>
          </a:p>
          <a:p>
            <a:pPr>
              <a:defRPr sz="2200">
                <a:solidFill>
                  <a:srgbClr val="28283C"/>
                </a:solidFill>
              </a:defRPr>
            </a:pPr>
            <a:endParaRPr lang="es-AR" dirty="0"/>
          </a:p>
          <a:p>
            <a:pPr>
              <a:defRPr sz="2200">
                <a:solidFill>
                  <a:srgbClr val="28283C"/>
                </a:solidFill>
              </a:defRPr>
            </a:pPr>
            <a:endParaRPr lang="es-AR" dirty="0"/>
          </a:p>
          <a:p>
            <a:pPr>
              <a:defRPr sz="2200">
                <a:solidFill>
                  <a:srgbClr val="28283C"/>
                </a:solidFill>
              </a:defRPr>
            </a:pPr>
            <a:endParaRPr lang="es-AR" dirty="0"/>
          </a:p>
          <a:p>
            <a:pPr>
              <a:defRPr sz="2200">
                <a:solidFill>
                  <a:srgbClr val="28283C"/>
                </a:solidFill>
              </a:defRPr>
            </a:pPr>
            <a:endParaRPr lang="es-AR" dirty="0"/>
          </a:p>
          <a:p>
            <a:pPr>
              <a:defRPr sz="2200">
                <a:solidFill>
                  <a:srgbClr val="28283C"/>
                </a:solidFill>
              </a:defRPr>
            </a:pPr>
            <a:endParaRPr lang="es-AR" dirty="0"/>
          </a:p>
          <a:p>
            <a:pPr>
              <a:defRPr sz="2200">
                <a:solidFill>
                  <a:srgbClr val="28283C"/>
                </a:solidFill>
              </a:defRPr>
            </a:pPr>
            <a:endParaRPr lang="es-AR" dirty="0"/>
          </a:p>
          <a:p>
            <a:pPr>
              <a:defRPr sz="2200">
                <a:solidFill>
                  <a:srgbClr val="28283C"/>
                </a:solidFill>
              </a:defRPr>
            </a:pP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686E9EE-555A-1A09-4EDC-015D9ACC4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23" y="2099372"/>
            <a:ext cx="4987977" cy="28975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783CB4"/>
          </a:solidFill>
          <a:ln>
            <a:solidFill>
              <a:srgbClr val="78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3CB4"/>
                </a:solidFill>
              </a:defRPr>
            </a:pPr>
            <a: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3C"/>
                </a:solidFill>
              </a:defRPr>
            </a:pPr>
            <a:r>
              <a:t>El proyecto consiste en desarrollar un sistema de gestión de turnos para peluquería.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t>El objetivo es optimizar la organización y mejorar la atención al cliente.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783CB4"/>
          </a:solidFill>
          <a:ln>
            <a:solidFill>
              <a:srgbClr val="78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3CB4"/>
                </a:solidFill>
              </a:defRPr>
            </a:pPr>
            <a:r>
              <a:t>Viabilidad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3C"/>
                </a:solidFill>
              </a:defRPr>
            </a:pPr>
            <a:r>
              <a:t>• Uso de computadoras e internet.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t>• Integración con base de datos.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t>• Posibles fallas de conexión.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t>• Sistema liviano y fácil de implementar.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783CB4"/>
          </a:solidFill>
          <a:ln>
            <a:solidFill>
              <a:srgbClr val="78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3CB4"/>
                </a:solidFill>
              </a:defRPr>
            </a:pPr>
            <a:r>
              <a:t>Viabilidad Operativa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3C"/>
                </a:solidFill>
              </a:defRPr>
            </a:pPr>
            <a:r>
              <a:rPr dirty="0"/>
              <a:t>• </a:t>
            </a:r>
            <a:r>
              <a:rPr dirty="0" err="1"/>
              <a:t>Usuarios</a:t>
            </a:r>
            <a:r>
              <a:rPr dirty="0"/>
              <a:t>: </a:t>
            </a:r>
            <a:r>
              <a:rPr dirty="0" err="1"/>
              <a:t>clientes</a:t>
            </a:r>
            <a:r>
              <a:rPr dirty="0"/>
              <a:t> y personal.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rPr dirty="0"/>
              <a:t>• </a:t>
            </a:r>
            <a:r>
              <a:rPr dirty="0" err="1"/>
              <a:t>Fácil</a:t>
            </a:r>
            <a:r>
              <a:rPr dirty="0"/>
              <a:t> de </a:t>
            </a:r>
            <a:r>
              <a:rPr dirty="0" err="1"/>
              <a:t>utilizar</a:t>
            </a:r>
            <a:r>
              <a:rPr dirty="0"/>
              <a:t>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rPr dirty="0"/>
              <a:t>• Reduce </a:t>
            </a:r>
            <a:r>
              <a:rPr dirty="0" err="1"/>
              <a:t>tiempos</a:t>
            </a:r>
            <a:r>
              <a:rPr dirty="0"/>
              <a:t> de </a:t>
            </a:r>
            <a:r>
              <a:rPr dirty="0" err="1"/>
              <a:t>espera</a:t>
            </a:r>
            <a:r>
              <a:rPr dirty="0"/>
              <a:t>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rPr dirty="0"/>
              <a:t>• </a:t>
            </a:r>
            <a:r>
              <a:rPr dirty="0" err="1"/>
              <a:t>Mejora</a:t>
            </a:r>
            <a:r>
              <a:rPr dirty="0"/>
              <a:t> la </a:t>
            </a:r>
            <a:r>
              <a:rPr dirty="0" err="1"/>
              <a:t>organización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783CB4"/>
          </a:solidFill>
          <a:ln>
            <a:solidFill>
              <a:srgbClr val="78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3CB4"/>
                </a:solidFill>
              </a:defRPr>
            </a:pPr>
            <a:r>
              <a:t>Requerimientos Funcionales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3C"/>
                </a:solidFill>
              </a:defRPr>
            </a:pPr>
            <a:r>
              <a:t>• Registro de clientes.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t>• Reserva y cancelación de turnos.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t>• Visualización de servicios.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t>• Impresión de recibos.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t>• Seguridad de datos.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783CB4"/>
          </a:solidFill>
          <a:ln>
            <a:solidFill>
              <a:srgbClr val="78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3CB4"/>
                </a:solidFill>
              </a:defRPr>
            </a:pPr>
            <a:r>
              <a:t>Requerimientos No Funcionales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3C"/>
                </a:solidFill>
              </a:defRPr>
            </a:pPr>
            <a:r>
              <a:t>• Acceso restringido.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t>• Disponibilidad en días hábiles.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t>• Solo el dueño puede actualizar el sistema.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783CB4"/>
          </a:solidFill>
          <a:ln>
            <a:solidFill>
              <a:srgbClr val="78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3CB4"/>
                </a:solidFill>
              </a:defRPr>
            </a:pPr>
            <a:r>
              <a:t>Costos Tangibles y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3C"/>
                </a:solidFill>
              </a:defRPr>
            </a:pPr>
            <a:r>
              <a:t>• Hosting y dominio.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t>• Base de datos.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t>• Diseño y mantenimiento.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t>• Configuración inicial.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783CB4"/>
          </a:solidFill>
          <a:ln>
            <a:solidFill>
              <a:srgbClr val="78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3CB4"/>
                </a:solidFill>
              </a:defRPr>
            </a:pPr>
            <a:r>
              <a:t>Costo Final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3C"/>
                </a:solidFill>
              </a:defRPr>
            </a:pPr>
            <a:r>
              <a:t>• Costo total estimado: $95.000 - $155.000 ARS.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t>• Incluye desarrollo, diseño y mantenimiento.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783CB4"/>
          </a:solidFill>
          <a:ln>
            <a:solidFill>
              <a:srgbClr val="78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3CB4"/>
                </a:solidFill>
              </a:defRPr>
            </a:pPr>
            <a:r>
              <a:t>Hitos Temporales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3C"/>
                </a:solidFill>
              </a:defRPr>
            </a:pPr>
            <a:r>
              <a:t>• Presentación del prototipo.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t>• Entrega final del proyecto.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783CB4"/>
          </a:solidFill>
          <a:ln>
            <a:solidFill>
              <a:srgbClr val="78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3CB4"/>
                </a:solidFill>
              </a:defRPr>
            </a:pPr>
            <a:r>
              <a:t>Entrevistas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3C"/>
                </a:solidFill>
              </a:defRPr>
            </a:pPr>
            <a:r>
              <a:t>Se entrevistó al personal para conocer problemas y necesidades.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t>El sistema permitirá gestionar turnos y clientes.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783CB4"/>
          </a:solidFill>
          <a:ln>
            <a:solidFill>
              <a:srgbClr val="78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3CB4"/>
                </a:solidFill>
              </a:defRPr>
            </a:pPr>
            <a:r>
              <a:t>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3C"/>
                </a:solidFill>
              </a:defRPr>
            </a:pPr>
            <a:r>
              <a:t>El sistema mejora la administración del local.</a:t>
            </a:r>
          </a:p>
          <a:p>
            <a:pPr>
              <a:defRPr sz="1800">
                <a:solidFill>
                  <a:srgbClr val="28283C"/>
                </a:solidFill>
              </a:defRPr>
            </a:pPr>
            <a:r>
              <a:t>Optimiza tiempos y brinda comodidad a los usuarios.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783CB4"/>
          </a:solidFill>
          <a:ln>
            <a:solidFill>
              <a:srgbClr val="78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3CB4"/>
                </a:solidFill>
              </a:defRPr>
            </a:pPr>
            <a:r>
              <a:t>Diagrama de Gantt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675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r>
                        <a:t>Actividad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r>
                        <a:t>Investigación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r>
                        <a:t>Entrevistas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r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r>
                        <a:t>Diseño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r>
                        <a:t>Base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r>
                        <a:t>Programación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r>
                        <a:t>Pruebas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r>
                        <a:t>Presentación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783CB4"/>
          </a:solidFill>
          <a:ln>
            <a:solidFill>
              <a:srgbClr val="78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3CB4"/>
                </a:solidFill>
              </a:defRPr>
            </a:pPr>
            <a:r>
              <a:t>Diagrama de Casos de 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3716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1828800"/>
            <a:ext cx="13716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Dueño</a:t>
            </a:r>
          </a:p>
        </p:txBody>
      </p:sp>
      <p:sp>
        <p:nvSpPr>
          <p:cNvPr id="6" name="Oval 5"/>
          <p:cNvSpPr/>
          <p:nvPr/>
        </p:nvSpPr>
        <p:spPr>
          <a:xfrm>
            <a:off x="3657600" y="1097280"/>
            <a:ext cx="2743200" cy="502920"/>
          </a:xfrm>
          <a:prstGeom prst="ellipse">
            <a:avLst/>
          </a:prstGeom>
          <a:solidFill>
            <a:srgbClr val="E6D2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Reservar Turno</a:t>
            </a:r>
          </a:p>
        </p:txBody>
      </p:sp>
      <p:sp>
        <p:nvSpPr>
          <p:cNvPr id="7" name="Oval 6"/>
          <p:cNvSpPr/>
          <p:nvPr/>
        </p:nvSpPr>
        <p:spPr>
          <a:xfrm>
            <a:off x="3657600" y="1828800"/>
            <a:ext cx="2743200" cy="502920"/>
          </a:xfrm>
          <a:prstGeom prst="ellipse">
            <a:avLst/>
          </a:prstGeom>
          <a:solidFill>
            <a:srgbClr val="E6D2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Cancelar Turno</a:t>
            </a:r>
          </a:p>
        </p:txBody>
      </p:sp>
      <p:sp>
        <p:nvSpPr>
          <p:cNvPr id="8" name="Oval 7"/>
          <p:cNvSpPr/>
          <p:nvPr/>
        </p:nvSpPr>
        <p:spPr>
          <a:xfrm>
            <a:off x="3657600" y="2560320"/>
            <a:ext cx="2743200" cy="502920"/>
          </a:xfrm>
          <a:prstGeom prst="ellipse">
            <a:avLst/>
          </a:prstGeom>
          <a:solidFill>
            <a:srgbClr val="E6D2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 Servicios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3291840"/>
            <a:ext cx="2743200" cy="502920"/>
          </a:xfrm>
          <a:prstGeom prst="ellipse">
            <a:avLst/>
          </a:prstGeom>
          <a:solidFill>
            <a:srgbClr val="E6D2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Gestionar Clientes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4023360"/>
            <a:ext cx="2743200" cy="502920"/>
          </a:xfrm>
          <a:prstGeom prst="ellipse">
            <a:avLst/>
          </a:prstGeom>
          <a:solidFill>
            <a:srgbClr val="E6D2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 Base de Datos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783CB4"/>
          </a:solidFill>
          <a:ln>
            <a:solidFill>
              <a:srgbClr val="78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783CB4"/>
                </a:solidFill>
              </a:defRPr>
            </a:pPr>
            <a: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305</Words>
  <Application>Microsoft Office PowerPoint</Application>
  <PresentationFormat>Presentación en pantalla (4:3)</PresentationFormat>
  <Paragraphs>92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silvana dos santos</cp:lastModifiedBy>
  <cp:revision>3</cp:revision>
  <dcterms:created xsi:type="dcterms:W3CDTF">2013-01-27T09:14:16Z</dcterms:created>
  <dcterms:modified xsi:type="dcterms:W3CDTF">2026-06-17T18:58:23Z</dcterms:modified>
  <cp:category/>
</cp:coreProperties>
</file>